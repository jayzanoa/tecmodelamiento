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F4DDB-83CD-4F31-8FEE-F9AAE9149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E55BE8-7659-4A5C-8C28-91BE7EA22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FABEF6-63AA-4356-84D4-32F6CC0B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C3A5B7-7F3F-4692-B4C1-93EC04365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A257D7-9CEE-40A3-9B59-21F17D4A0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7716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AEFA-4BE6-4E4B-A340-CAEC81C48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A5AC38-A0F5-4D1C-9491-314766E5C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2A7A54-D6E8-49F8-BE87-0D2BFD0A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0F3C5-597C-4B92-BD2C-EA9100A10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46422B-96A0-4CFC-ADF2-3C8B49503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7449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A9C80-4E2A-469C-ADA6-2785E6A5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2C7232-62CE-4BB8-B2FB-674F52E64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678B78-B1A5-4A50-A3DC-FC6EF6F61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CF8E8F-4C05-4269-8783-7498AB98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519921-94E6-454C-8745-31A9EE075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9484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C863E-6159-4214-9F79-3E61D605D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211EFE5-58BC-4D41-BB91-2208D7C7C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EF06E5F-72BC-4D7C-A016-D053C4FAF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F8D25F-72A9-405C-8C60-AE0E75DF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28A596-781D-4967-A0DD-819614D5E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ABC8A2-2B32-41EA-9A4F-0562017F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75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06ED6-8215-4FAA-BB57-6DE78531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CDDA68-E853-47ED-B66E-C8358B89F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88CEC5-BF19-419C-979D-AD398B324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02C9D4-B60F-4BA9-8463-866971DE5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DB987A-4E7C-4C4B-9A17-6346422DCE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3417CC0-0573-4B0B-B800-C0974DCC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A7CB216-9E36-44C5-A213-45BBF293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D7ECF51-6E59-48BE-83A6-06664A73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7094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2A56C-87EB-4FF8-BF70-E4A508C66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496F9C-296F-40D7-BC13-49D758E53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223A758-8E3E-4D04-A6A9-BD6CD2F4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E1AFEE1-342E-468B-9422-C0785EF86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9927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A80E4B4-2D05-4886-AC64-C0AEE469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846FEE9-AF16-4A5C-8385-85813154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80AF0C4-FD55-4026-8E36-EF441AAE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146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7AA84-1F47-4BEB-BDEC-45990EA51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49978A-3F8B-4F6A-BADF-865D7B366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673C0A3-381F-4B9A-A1B0-D4591EB8C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E8179A-B8BA-4D10-A1B7-FAA386461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0BD681-20AD-43AD-A545-DA2E349E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61881F-7FC9-4C70-9D06-37803147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6103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F287D-B21E-409C-84B0-FE9199827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EBD33D-7FCE-4454-B26F-96403027A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D86898-3DC0-4345-A16C-7011C9417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37DCCA-C9B6-4099-8730-C1353CCF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87E1A5-C0F1-439C-95EB-F1FC93C3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99FEDC-4C56-47CA-9A8E-DD3C5644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249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F91DF-E044-440A-9494-BD1A9757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C69CA1-9F23-4FF9-8E5C-69BA116C5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6290B0-F838-4BC3-998F-06325DCD3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8E1DD9-4793-4405-A76D-F7A0CF352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A9D0CD-CC0C-4D54-A554-66FE018DA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0794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66BCC1F-6E8C-48C5-8572-C0B8C7539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7CFEB8-0D99-448E-BB9F-40BDFE125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979439-58A4-4093-B9F6-39F360D32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8F93D7-E1D6-418F-A610-78F2AA97A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35D89A-E54D-4DBE-85C1-24F09922D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1372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647EBF-FBAE-4893-A871-391049AD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EFBADA-03B8-4AEB-9B91-91FF2415A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C3A205-8CA3-4BB3-9C33-33AFC2DE1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4A40EB-BE92-4AB9-825A-896679EE29A5}" type="datetimeFigureOut">
              <a:rPr lang="es-PE" smtClean="0"/>
              <a:t>28/09/2026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F38E35-749B-4CC4-BD3D-55F90961E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CA4EC4-4068-487B-8A3D-A9786BEEC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DD6B8-27AD-43CC-95D2-B673463BB52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0896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428ED7A-43DB-458A-9E30-261C837B3036}"/>
              </a:ext>
            </a:extLst>
          </p:cNvPr>
          <p:cNvSpPr txBox="1"/>
          <p:nvPr/>
        </p:nvSpPr>
        <p:spPr>
          <a:xfrm>
            <a:off x="733506" y="16150"/>
            <a:ext cx="373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2"/>
                </a:solidFill>
              </a:rPr>
              <a:t>AYZANOA SOLANO , JOAO CARLOS</a:t>
            </a:r>
            <a:endParaRPr lang="es-PE" b="1" dirty="0">
              <a:solidFill>
                <a:schemeClr val="tx2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41153B-BB88-48F2-AE35-818820116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080" y="438955"/>
            <a:ext cx="1981477" cy="37152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2930600-3934-45D5-A051-7C3AA0DC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910" y="892746"/>
            <a:ext cx="7144872" cy="2847147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038A8F4-B38D-4320-A71C-B49BADA833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65" y="4300189"/>
            <a:ext cx="5150663" cy="48659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CCDF412-BDF4-4EA2-B8B3-37FC356068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968" y="5109838"/>
            <a:ext cx="2366117" cy="1288689"/>
          </a:xfrm>
          <a:prstGeom prst="rect">
            <a:avLst/>
          </a:prstGeom>
        </p:spPr>
      </p:pic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D70CB754-7F7E-4F37-B768-6F3F7F5B4CC5}"/>
              </a:ext>
            </a:extLst>
          </p:cNvPr>
          <p:cNvSpPr/>
          <p:nvPr/>
        </p:nvSpPr>
        <p:spPr>
          <a:xfrm>
            <a:off x="3814637" y="5542887"/>
            <a:ext cx="532833" cy="321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EC38D5E5-FD6E-475C-B348-DE103D739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1901" y="4749025"/>
            <a:ext cx="1891091" cy="52469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7DE49B7-C591-46E6-9AB3-12EE9AAB01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0350" y="5351708"/>
            <a:ext cx="4322363" cy="1070767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E9A32157-1550-44B5-BB87-45CFC092D842}"/>
              </a:ext>
            </a:extLst>
          </p:cNvPr>
          <p:cNvSpPr txBox="1"/>
          <p:nvPr/>
        </p:nvSpPr>
        <p:spPr>
          <a:xfrm>
            <a:off x="953065" y="3875127"/>
            <a:ext cx="135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u="sng" dirty="0"/>
              <a:t>Solución</a:t>
            </a:r>
            <a:endParaRPr lang="es-PE" u="sng" dirty="0"/>
          </a:p>
        </p:txBody>
      </p:sp>
    </p:spTree>
    <p:extLst>
      <p:ext uri="{BB962C8B-B14F-4D97-AF65-F5344CB8AC3E}">
        <p14:creationId xmlns:p14="http://schemas.microsoft.com/office/powerpoint/2010/main" val="342604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26DC5D-153F-41B7-BAE1-1D61FF055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62" y="302677"/>
            <a:ext cx="1852667" cy="626133"/>
          </a:xfrm>
          <a:prstGeom prst="rect">
            <a:avLst/>
          </a:prstGeom>
        </p:spPr>
      </p:pic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D1639D90-4529-4267-BE6B-D85636445E00}"/>
              </a:ext>
            </a:extLst>
          </p:cNvPr>
          <p:cNvSpPr/>
          <p:nvPr/>
        </p:nvSpPr>
        <p:spPr>
          <a:xfrm>
            <a:off x="2954025" y="453291"/>
            <a:ext cx="542210" cy="321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692CCC8-00DA-4AFE-8B74-81388915E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190" y="311195"/>
            <a:ext cx="2057688" cy="52865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2D36ED3C-B5EC-4E91-A290-35EB41A63C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212" y="928810"/>
            <a:ext cx="2758679" cy="135647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046BD95E-2CDF-43DB-A45D-E4D343B4C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537" y="1894873"/>
            <a:ext cx="4229467" cy="952583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5511CAD-0DCF-4AC9-B36E-702E6741F9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861" y="2285288"/>
            <a:ext cx="3642676" cy="1950889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36358163-C6EE-4506-A1CB-50C103D7B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1596" y="4292894"/>
            <a:ext cx="5486875" cy="967824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49EF9A6A-83A9-4521-A821-FDED75037FE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546" y="5214790"/>
            <a:ext cx="4228957" cy="1544489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582D4C95-6EB5-434C-B346-870C263BCF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499" y="5507035"/>
            <a:ext cx="4496190" cy="1005927"/>
          </a:xfrm>
          <a:prstGeom prst="rect">
            <a:avLst/>
          </a:prstGeom>
        </p:spPr>
      </p:pic>
      <p:sp>
        <p:nvSpPr>
          <p:cNvPr id="47" name="Flecha: a la derecha 46">
            <a:extLst>
              <a:ext uri="{FF2B5EF4-FFF2-40B4-BE49-F238E27FC236}">
                <a16:creationId xmlns:a16="http://schemas.microsoft.com/office/drawing/2014/main" id="{E01C5C0D-B6D4-411A-9D3F-845165138EB1}"/>
              </a:ext>
            </a:extLst>
          </p:cNvPr>
          <p:cNvSpPr/>
          <p:nvPr/>
        </p:nvSpPr>
        <p:spPr>
          <a:xfrm>
            <a:off x="6037444" y="5929190"/>
            <a:ext cx="542210" cy="321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089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4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5B3FF0-55E2-4305-86F7-62E62765C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6" y="207672"/>
            <a:ext cx="6405255" cy="22914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9766269-E90F-4EF9-B476-8EF144A43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7" y="2417757"/>
            <a:ext cx="4837291" cy="160467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E6C1A3E-341A-4026-B630-91C3803AC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53" y="4536544"/>
            <a:ext cx="4623035" cy="197183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581452D-86B3-4A25-88F6-AB20ABCBF2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875" y="3550252"/>
            <a:ext cx="1629251" cy="56149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C9E8CF4-C778-4741-BFE4-E76AEE7707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1619" y="4124924"/>
            <a:ext cx="2617391" cy="47493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5245522-2355-488B-97F0-4FCACAAF2A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01" y="2642609"/>
            <a:ext cx="2058028" cy="907643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03C78611-0787-4354-973F-8230BA2A247B}"/>
              </a:ext>
            </a:extLst>
          </p:cNvPr>
          <p:cNvSpPr/>
          <p:nvPr/>
        </p:nvSpPr>
        <p:spPr>
          <a:xfrm>
            <a:off x="5779286" y="2579358"/>
            <a:ext cx="2674431" cy="23364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361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5DB88E1-E872-4472-AD7E-5C968648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3" y="192927"/>
            <a:ext cx="7137397" cy="10425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33DD94-1DAC-4450-8C0B-8AFD9CE37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40" y="1235468"/>
            <a:ext cx="5459995" cy="1735922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E54AC41-FBF4-4E72-8DBC-F30D6B488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3" y="3080224"/>
            <a:ext cx="7506350" cy="112785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CCFDF38-83C1-4128-A9CF-33C9D8B86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325" y="4511428"/>
            <a:ext cx="4046522" cy="111110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78CF3B79-E744-4224-9740-D56E1D5A7C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2411" y="4485895"/>
            <a:ext cx="3925488" cy="330251"/>
          </a:xfrm>
          <a:prstGeom prst="rect">
            <a:avLst/>
          </a:prstGeom>
        </p:spPr>
      </p:pic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62B0B246-EEE5-45CD-9765-6182A157A302}"/>
              </a:ext>
            </a:extLst>
          </p:cNvPr>
          <p:cNvSpPr/>
          <p:nvPr/>
        </p:nvSpPr>
        <p:spPr>
          <a:xfrm>
            <a:off x="4589929" y="5174735"/>
            <a:ext cx="663389" cy="5268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2DE759BC-D673-4587-BCFD-22C3A1C90A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4784" y="4980408"/>
            <a:ext cx="2293819" cy="388654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FA91CD23-9FA4-47CA-8F0C-0B9331EE08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2411" y="5706009"/>
            <a:ext cx="5701888" cy="84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981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A69C91F-ED29-43B8-8CF3-3864C0764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69" y="175559"/>
            <a:ext cx="6417725" cy="88889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84B25F4-AF8A-4E8C-8809-7821DD215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69" y="1256280"/>
            <a:ext cx="5960525" cy="57406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6C49C51-7CB6-4FD5-A39C-4AD92EBE3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52" y="2126156"/>
            <a:ext cx="5879842" cy="86773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5B8E34A-ABAB-4DB1-99D8-97591EA2EC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169" y="3161830"/>
            <a:ext cx="4427560" cy="107682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E7F05FB-B6E8-477B-B69B-BE2C80A922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0847" y="3161830"/>
            <a:ext cx="5916707" cy="1287689"/>
          </a:xfrm>
          <a:prstGeom prst="rect">
            <a:avLst/>
          </a:prstGeom>
        </p:spPr>
      </p:pic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B8F1C0B6-344F-4B82-94D9-DFF4E4D6C590}"/>
              </a:ext>
            </a:extLst>
          </p:cNvPr>
          <p:cNvSpPr/>
          <p:nvPr/>
        </p:nvSpPr>
        <p:spPr>
          <a:xfrm>
            <a:off x="5145741" y="3514165"/>
            <a:ext cx="457200" cy="5109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FD88643-9887-4422-8FFD-71CB19132B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446" y="4146717"/>
            <a:ext cx="1918448" cy="32415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E6DE9FC-4BC0-451D-913E-3A7E2216C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7852" y="4758934"/>
            <a:ext cx="9904995" cy="2101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14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</Words>
  <Application>Microsoft Office PowerPoint</Application>
  <PresentationFormat>Panorámica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24</cp:revision>
  <dcterms:created xsi:type="dcterms:W3CDTF">2026-09-15T10:08:01Z</dcterms:created>
  <dcterms:modified xsi:type="dcterms:W3CDTF">2026-09-28T10:05:50Z</dcterms:modified>
</cp:coreProperties>
</file>